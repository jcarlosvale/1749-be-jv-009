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1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de Software e Ágil 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BE-JV-009 · Escalação Tech · Nível II · Apresentação do Curso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Metodologia Ada</a:t>
            </a:r>
          </a:p>
          <a:p>
            <a:r>
              <a:t>Conteúdo do módulo</a:t>
            </a:r>
          </a:p>
          <a:p>
            <a:r>
              <a:t>Cronograma (9 encontros)</a:t>
            </a:r>
          </a:p>
          <a:p>
            <a:r>
              <a:t>Os dois projetos</a:t>
            </a:r>
          </a:p>
          <a:p>
            <a:r>
              <a:t>Avaliação e rubrica</a:t>
            </a:r>
          </a:p>
          <a:p>
            <a:r>
              <a:t>IA &amp; agentes: por que entram aqui</a:t>
            </a:r>
          </a:p>
          <a:p>
            <a:r>
              <a:t>Combinados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 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Aprendizagem ativa: PBL + Sala de Aula Invertida (adaptada)</a:t>
            </a:r>
          </a:p>
          <a:p>
            <a:r>
              <a:t>1ª metade: problema → discussão → solução ao vivo</a:t>
            </a:r>
          </a:p>
          <a:p>
            <a:r>
              <a:t>2ª metade: você evolui a solução + trabalha no projeto em grupo</a:t>
            </a:r>
          </a:p>
          <a:p>
            <a:pPr lvl="1"/>
            <a:r>
              <a:t>Estudo e projeto acontecem DENTRO da aula</a:t>
            </a:r>
          </a:p>
          <a:p>
            <a:r>
              <a:t>Leitura guiada: o material do aluno é guia, não pré-requisito</a:t>
            </a:r>
          </a:p>
          <a:p>
            <a:r>
              <a:t>Ágil vivido: daily de 3 min por aula, 3 sprints, review + retro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Conteúdo do módulo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Ágil na prática: Manifesto, Scrum, Kanban</a:t>
            </a:r>
          </a:p>
          <a:p>
            <a:r>
              <a:t>Qualidade: pirâmide de testes</a:t>
            </a:r>
          </a:p>
          <a:p>
            <a:r>
              <a:t>Arquitetura: monólito → SOA × REST → microsserviços</a:t>
            </a:r>
          </a:p>
          <a:p>
            <a:r>
              <a:t>Comunicação entre serviços: discovery (Eureka) + OpenFeign</a:t>
            </a:r>
          </a:p>
          <a:p>
            <a:r>
              <a:t>Clean Code + SOLID (foco: LSP, ISP, DIP)</a:t>
            </a:r>
          </a:p>
          <a:p>
            <a:r>
              <a:t>Design Patterns: Strategy, Facade, Singleton, Adapter</a:t>
            </a:r>
          </a:p>
          <a:p>
            <a:pPr lvl="1"/>
            <a:r>
              <a:t>Fio transversal: IA &amp; agentes em cada tema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Cronograma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16/09 Abertura + Ágil na prática</a:t>
            </a:r>
          </a:p>
          <a:p>
            <a:r>
              <a:t>18/09 Pirâmide de testes + o que é arquitetura</a:t>
            </a:r>
          </a:p>
          <a:p>
            <a:r>
              <a:t>21/09 Arquitetura monolítica</a:t>
            </a:r>
          </a:p>
          <a:p>
            <a:r>
              <a:t>23/09 SOA × REST e contratos</a:t>
            </a:r>
          </a:p>
          <a:p>
            <a:r>
              <a:t>25/09 Quebrando o monólito</a:t>
            </a:r>
          </a:p>
          <a:p>
            <a:r>
              <a:t>28/09 Discovery + OpenFeign</a:t>
            </a:r>
          </a:p>
          <a:p>
            <a:r>
              <a:t>30/09 Clean Code + SOLID</a:t>
            </a:r>
          </a:p>
          <a:p>
            <a:r>
              <a:t>02/10 Design Patterns</a:t>
            </a:r>
          </a:p>
          <a:p>
            <a:r>
              <a:t>05/10 Apresentações dos projetos + devolutiva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Projeto guiado (em aula)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API de Câmbio: ordem de compra de USD/EUR com retirada em agência</a:t>
            </a:r>
          </a:p>
          <a:p>
            <a:r>
              <a:t>Construída ao vivo, incremento a cada aula, com Kanban vivo</a:t>
            </a:r>
          </a:p>
          <a:p>
            <a:r>
              <a:t>Nasce monólito → vira 3 serviços → é refatorada com SOLID e patterns</a:t>
            </a:r>
          </a:p>
          <a:p>
            <a:pPr lvl="1"/>
            <a:r>
              <a:t>É a referência — não é avaliado; gabarito aberto desde hoje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Projeto final (em grupo)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Tema de LIVRE escolha do grupo</a:t>
            </a:r>
          </a:p>
          <a:p>
            <a:r>
              <a:t>O que amarra são os CRITÉRIOS de avaliação, não o tema</a:t>
            </a:r>
          </a:p>
          <a:p>
            <a:r>
              <a:t>Grupos de 4; escopo escala com o tamanho (CORE + opcionais)</a:t>
            </a:r>
          </a:p>
          <a:p>
            <a:r>
              <a:t>Desenvolvido na 2ª metade das aulas; apresentação em 05/10</a:t>
            </a:r>
          </a:p>
          <a:p>
            <a:pPr lvl="1"/>
            <a:r>
              <a:t>Formem os grupos hoje; tema provisório até a Aula 3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Avaliação e rubrica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Rubrica de 10 critérios (ágil vivido, decomposição, comunicação, testes, Clean Code, SOLID, patterns, ADRs, IA, execução)</a:t>
            </a:r>
          </a:p>
          <a:p>
            <a:r>
              <a:t>Avalia DECISÃO e DOMÍNIO das ideias — não a infra disponível</a:t>
            </a:r>
          </a:p>
          <a:p>
            <a:r>
              <a:t>Apresentação com arguição individual + auto-avaliação</a:t>
            </a:r>
          </a:p>
          <a:p>
            <a:r>
              <a:t>Exercícios do banco (LMS) e participação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Avalie a satisfação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 aula é possível (e muito importante!) avaliar no LMS</a:t>
            </a:r>
          </a:p>
          <a:p>
            <a:r>
              <a:t>Seu NPS orienta os ajustes da próxima aula</a:t>
            </a:r>
          </a:p>
          <a:p>
            <a:r>
              <a:t>Meta de excelência Ada: 90+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&amp; agentes: por que entram aqui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Vamos digitar cada vez menos código — e especificar, revisar e decidir mais</a:t>
            </a:r>
          </a:p>
          <a:p>
            <a:r>
              <a:t>Cada tema clássico tem um paralelo direto com IA/agentes</a:t>
            </a:r>
          </a:p>
          <a:p>
            <a:pPr lvl="1"/>
            <a:r>
              <a:t>Backlog = spec para agentes; teste = contrato do código gerado</a:t>
            </a:r>
          </a:p>
          <a:p>
            <a:pPr lvl="1"/>
            <a:r>
              <a:t>Contrato de serviço = tool definition; discovery = registro de ferramentas</a:t>
            </a:r>
          </a:p>
          <a:p>
            <a:pPr lvl="1"/>
            <a:r>
              <a:t>Clean Code/SOLID = código que o agente edita sem quebrar</a:t>
            </a:r>
          </a:p>
          <a:p>
            <a:r>
              <a:t>Não é hype: sempre ancorado na engenharia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Início, intervalo e término (acordar horários da turma)</a:t>
            </a:r>
          </a:p>
          <a:p>
            <a:r>
              <a:t>Estar online ≠ estar presente — câmera e participação contam</a:t>
            </a:r>
          </a:p>
          <a:p>
            <a:r>
              <a:t>Ambiente: tudo via Nexus corporativo; sem Docker, sem sites externos</a:t>
            </a:r>
          </a:p>
          <a:p>
            <a:r>
              <a:t>Dúvidas são bem-vindas durante o live coding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Ágil não é cerimônia — é entregar valor cedo e aprender com o feedback.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 onde viemos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Cascata: requisitos → projeto → código → teste → entrega (meses)</a:t>
            </a:r>
          </a:p>
          <a:p>
            <a:r>
              <a:t>O erro descoberto no fim custa 10–100× mais</a:t>
            </a:r>
          </a:p>
          <a:p>
            <a:r>
              <a:t>Anos 90: métodos leves (XP, Scrum, DSDM) → 2001: Manifesto Ágil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Manifesto Ágil — 4 valores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Indivíduos e interações  &gt;  processos e ferramentas</a:t>
            </a:r>
          </a:p>
          <a:p>
            <a:r>
              <a:t>Software funcionando  &gt;  documentação abrangente</a:t>
            </a:r>
          </a:p>
          <a:p>
            <a:r>
              <a:t>Colaboração com o cliente  &gt;  negociação de contratos</a:t>
            </a:r>
          </a:p>
          <a:p>
            <a:r>
              <a:t>Responder a mudanças  &gt;  seguir um plano</a:t>
            </a:r>
          </a:p>
          <a:p>
            <a:pPr lvl="1"/>
            <a:r>
              <a:t>Há valor nos itens à direita; valorizamos MAIS os da esquerda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 em uma tela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Papéis: Product Owner · Scrum Master · Developers</a:t>
            </a:r>
          </a:p>
          <a:p>
            <a:r>
              <a:t>Artefatos: Product Backlog · Sprint Backlog · Incremento</a:t>
            </a:r>
          </a:p>
          <a:p>
            <a:r>
              <a:t>Sprint (1–4 semanas) com meta</a:t>
            </a:r>
          </a:p>
          <a:p>
            <a:r>
              <a:t>Eventos: Planning · Daily · Review · Retrospective</a:t>
            </a:r>
          </a:p>
          <a:p>
            <a:pPr lvl="1"/>
            <a:r>
              <a:t>Aqui: 3 sprints de 1 semana, daily de 3 min, review + retro a cada 3 aulas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Kanban em uma tela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Visualize o fluxo: TO DO · DOING · DONE (colunas = etapas reais)</a:t>
            </a:r>
          </a:p>
          <a:p>
            <a:r>
              <a:t>Limite o WIP: menos coisas em andamento = mais coisas terminadas</a:t>
            </a:r>
          </a:p>
          <a:p>
            <a:r>
              <a:t>Meça o fluxo: lead time, throughput</a:t>
            </a:r>
          </a:p>
          <a:p>
            <a:r>
              <a:t>Scrumban: sprints do Scrum + fluxo/WIP do Kanban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Hoje, no projeto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Backlog do Câmbio: 10 histórias (US-01 … US-10)</a:t>
            </a:r>
          </a:p>
          <a:p>
            <a:r>
              <a:t>Planning da Sprint 1: cadastrar cliente, consultar por CPF, testes</a:t>
            </a:r>
          </a:p>
          <a:p>
            <a:r>
              <a:t>Board: Planner/Teams (ou KANBAN.md) — mover card faz parte da aula</a:t>
            </a:r>
          </a:p>
          <a:p>
            <a:r>
              <a:t>POST /clientes e GET /clientes/{cpf} funcionando até o intervalo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não é prazo — é ritmo de aprender.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